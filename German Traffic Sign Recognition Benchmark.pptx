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85466e0c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485466e0c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485466e0c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85466e0c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e485466e0c_2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485466e0c_2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85466e0c_2_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485466e0c_2_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485466e0c_2_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485466e0c_2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e485466e0c_2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485466e0c_2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485466e0c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485466e0c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485466e0c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485466e0c_2_1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e485466e0c_2_1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485466e0c_2_1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485466e0c_2_2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485466e0c_2_2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485466e0c_2_2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485466e0c_2_2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e485466e0c_2_2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485466e0c_2_2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485466e0c_2_2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e485466e0c_2_2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485466e0c_2_2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485466e0c_2_3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e485466e0c_2_3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e485466e0c_2_3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485466e0c_2_3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e485466e0c_2_3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485466e0c_2_3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485466e0c_2_3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e485466e0c_2_3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e485466e0c_2_3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5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5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5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5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5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5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5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5"/>
          <p:cNvSpPr/>
          <p:nvPr/>
        </p:nvSpPr>
        <p:spPr>
          <a:xfrm>
            <a:off x="0" y="1463040"/>
            <a:ext cx="164592" cy="21945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11480" y="5029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GB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🚦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11480" y="1280160"/>
            <a:ext cx="8321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German Traffic Sign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Recognition Benchmark</a:t>
            </a:r>
            <a:endParaRPr b="1" i="0" sz="3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GB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Omar Essam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11480" y="2880360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GTSRB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11480" y="333756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Deep Learning Project  ·  CNN from Scratch  ·  Transfer Learning  ·  Fine-Tuning  ·  Streamlit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411480" y="39502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11480" y="43159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Sign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587752" y="3931920"/>
            <a:ext cx="192024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2587752" y="39502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39K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587752" y="43159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Training Images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764024" y="3931920"/>
            <a:ext cx="192024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764024" y="39502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764024" y="43159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Models Trained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6940296" y="3931920"/>
            <a:ext cx="192024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6940296" y="39502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~99%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6940296" y="43159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Best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This Project?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11480" y="1280160"/>
            <a:ext cx="4114800" cy="137160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594360" y="13898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🎯  Goal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94360" y="173736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Build a system that automatically identifies 43 types of German traffic signs from images — a core task in autonomous driving and ADAS systems.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11480" y="2880360"/>
            <a:ext cx="4114800" cy="137160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594360" y="29900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🔬 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94360" y="333756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Progressively train 3 models: CNN from scratch → Transfer Learning (EfficientNetB0) → Fine-Tuning to measure the impact of each strategy.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754880" y="1280160"/>
            <a:ext cx="4114800" cy="137160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937760" y="13898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🌐 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937760" y="173736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Ship a Streamlit web app where anyone can upload a traffic sign photo and get an instant prediction with confidence scores.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754880" y="2880360"/>
            <a:ext cx="4114800" cy="137160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937760" y="29900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📐 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937760" y="3337560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All models evaluated on the official GTSRB test set (12,630 images) loaded via a custom tf.data pipeline from Test.csv.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GTSRB — German Traffic Sign Dataset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11480" y="1234440"/>
            <a:ext cx="192024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11480" y="12618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11480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Traffic Sign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587752" y="1234440"/>
            <a:ext cx="192024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2587752" y="12618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~39K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587752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Training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764024" y="1234440"/>
            <a:ext cx="192024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4764024" y="12618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12,630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764024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940296" y="1234440"/>
            <a:ext cx="192024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940296" y="126187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PNG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940296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Image Format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11480" y="24688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Sign Categories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11480" y="283464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Prohibitory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148840" y="28346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No passing, No entry, Speed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411480" y="33375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 Mandatory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48840" y="33375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Turn ahead, Roundabout, Keep right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11480" y="384048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🔶  Warning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2148840" y="384048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Road work, Slippery, Wild animals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11480" y="434340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 Priority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148840" y="43434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Priority road, Yield, Right-of-way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754880" y="24688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 Split &amp; Loading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754880" y="2788920"/>
            <a:ext cx="4114800" cy="21031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937760" y="288036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446520" y="288036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Kaggle (meowmeowmeow/gtsrb)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937760" y="3200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Train Split: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446520" y="320040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90% training / 10% validation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937760" y="35204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Label Mode: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446520" y="352044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Integer (0–42), inferred from folders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937760" y="384048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CNN Image Size: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446520" y="384048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32 × 32 pixels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937760" y="41605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TL Image Size: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446520" y="416052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224 × 224 pixels (EfficientNet)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937760" y="448056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Download: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446520" y="448056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Kaggle API + !unzip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Loading, Optimising &amp; Augmenting the Dataset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11480" y="1325880"/>
            <a:ext cx="1920240" cy="11887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11480" y="13716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11480" y="181051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image_dataset_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from_directory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331720" y="169164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587752" y="1325880"/>
            <a:ext cx="1920240" cy="11887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2587752" y="13716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587752" y="181051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.cache()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.shuffle()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.prefetch()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507992" y="169164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764024" y="1325880"/>
            <a:ext cx="1920240" cy="11887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4764024" y="13716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4764024" y="181051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(TL only)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684264" y="169164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6940296" y="1325880"/>
            <a:ext cx="1920240" cy="11887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6940296" y="13716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940296" y="181051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411480" y="2788920"/>
            <a:ext cx="4114800" cy="12344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6072" y="2880360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image_dataset_from_directory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76072" y="3182112"/>
            <a:ext cx="378561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Keras utility that reads images from folder structure, infers integer labels from subdirectory names, resizes on-the-fly, batches, and performs a reproducible 90/10 train-validation split using a fixed seed.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754880" y="2788920"/>
            <a:ext cx="4114800" cy="12344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919472" y="2880360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.cache() + .shuffle() + .prefetch(AUTOTUNE)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4919472" y="3182112"/>
            <a:ext cx="378561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cache() stores decoded batches in RAM after epoch 1 — no more disk reads. shuffle() randomises order each epoch. prefetch(AUTOTUNE) loads the next batch while the GPU trains on the current one, eliminating idle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11480" y="3840480"/>
            <a:ext cx="8412480" cy="105156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6072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Data Augmentation (Transfer Learning only)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76072" y="4206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RandomRotation(±8°), RandomZoom(±10%), RandomContrast(±10%) are applied inline before the EfficientNet backbone. This exposes the model to realistic variations in real-world sign images during training only — not at inference.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 1 — CNN FROM SCRATCH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Building the Baseline Convolutional Network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11480" y="123444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02920" y="123444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Input  32×32×3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286000" y="161848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11480" y="173736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02920" y="17373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Rescaling  ÷255  →  [0,1]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286000" y="212140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11480" y="224028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02920" y="224028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Conv2D(32, 3×3) → BN → MaxPool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286000" y="262432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11480" y="274320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02920" y="27432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Conv2D(64, 3×3) → BN → MaxPool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286000" y="312724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11480" y="324612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02920" y="32461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Conv2D(128, 3×3) → BN → MaxPool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286000" y="363016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11480" y="374904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02920" y="374904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Flatten → Dense(256, ReLU) → Dropout(0.5)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2286000" y="4133088"/>
            <a:ext cx="4572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11480" y="4251960"/>
            <a:ext cx="4114800" cy="38404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502920" y="42519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Dense(43, Softmax)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4754880" y="11887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Why Each Layer?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754880" y="1508760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4892040" y="1508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Small size = fast training. Traffic signs are recognisable at low resolution.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754880" y="1975104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4892040" y="197510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Normalises pixel values so all inputs are in the same scale before training.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754880" y="2441448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4892040" y="24414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Detects low-level features: edges, corners, colour gradients.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754880" y="2907792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4892040" y="29077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Builds mid-level shapes from the edge features above.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754880" y="3374136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892040" y="337413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Learns high-level patterns: arrows, numbers, sign shapes.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754880" y="3840480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4892040" y="38404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Converts spatial features to a 1D vector. Dropout randomly disables 50% of neurons each step to prevent overfitting.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754880" y="4306824"/>
            <a:ext cx="4114800" cy="36576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892040" y="43068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43 output neurons — one per class. Softmax turns logits into probabilities that sum to 1.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76072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Compiled with Adam · sparse_categorical_crossentropy (integer labels) · accuracy metric · 10 epochs · batch 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 2 — TRANSFER LEARNING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EfficientNetB0 with Frozen Backbone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11480" y="12344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11480" y="1572768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30352" y="1572768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Input  224×224×3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2286000" y="1920240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11480" y="2011680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530352" y="2011680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Data Augmentation (inline)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2286000" y="2359152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11480" y="2450592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30352" y="2450592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EfficientNet preprocess_input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2286000" y="2798064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11480" y="2889504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530352" y="2889504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EfficientNetB0  🔒 FROZEN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2286000" y="3236976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11480" y="3328416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30352" y="3328416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GlobalAveragePooling2D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2286000" y="3675888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11480" y="3767328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530352" y="3767328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BatchNormalization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2286000" y="4114800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11480" y="4206240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530352" y="4206240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Dense(256, ReLU) → Dropout(0.4)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2286000" y="4553712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411480" y="4645152"/>
            <a:ext cx="411480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30352" y="4645152"/>
            <a:ext cx="3877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Dense(43, Softmax)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754880" y="12344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Why EfficientNetB0?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754880" y="1536192"/>
            <a:ext cx="4114800" cy="71323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4919472" y="1591056"/>
            <a:ext cx="37856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ImageNet Pretrained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919472" y="1828800"/>
            <a:ext cx="3785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Trained on 14M images — already knows edges, textures, shapes. We reuse this instead of learning from zero.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754880" y="2377440"/>
            <a:ext cx="4114800" cy="71323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4919472" y="2432304"/>
            <a:ext cx="37856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Compound Scaling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4919472" y="2670048"/>
            <a:ext cx="3785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Jointly scales depth, width, and resolution. Even B0 (smallest) beats larger custom CNNs.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754880" y="3218688"/>
            <a:ext cx="4114800" cy="71323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4919472" y="3273552"/>
            <a:ext cx="37856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Frozen Backbone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919472" y="3511296"/>
            <a:ext cx="3785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base_model.trainable = False — only the new head is trained. Prevents overwriting pretrained weights.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754880" y="4059936"/>
            <a:ext cx="4114800" cy="71323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919472" y="4114800"/>
            <a:ext cx="37856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224×224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4919472" y="4352544"/>
            <a:ext cx="3785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EfficientNet was designed for 224×224. Dataset is reloaded at this resolution for TL/fine-tuning.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76072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Callbacks: EarlyStopping(patience=5)  ·  ModelCheckpoint(save_best_only)  ·  ReduceLROnPlateau(factor=0.5, patience=3)  ·  Adam lr=1e-3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MODEL 3 — FINE-TUNING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Unlocking the Top Layers of EfficientNetB0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11480" y="1234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Layer Freeze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11480" y="1572768"/>
            <a:ext cx="4114800" cy="2011680"/>
          </a:xfrm>
          <a:prstGeom prst="rect">
            <a:avLst/>
          </a:prstGeom>
          <a:solidFill>
            <a:srgbClr val="0A1A2A"/>
          </a:solidFill>
          <a:ln cap="flat" cmpd="sng" w="1270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48640" y="16642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🔒  FROZEN — ~207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48640" y="1965960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Low-level universal features: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edges, gradients, textures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(transfer well to any vision task)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48640" y="27249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77"/>
              </a:buClr>
              <a:buSzPts val="850"/>
              <a:buFont typeface="Calibri"/>
              <a:buNone/>
            </a:pPr>
            <a:r>
              <a:rPr b="0" i="1" lang="en-GB" sz="850" u="none" cap="none" strike="noStrike">
                <a:solidFill>
                  <a:srgbClr val="556677"/>
                </a:solidFill>
                <a:latin typeface="Calibri"/>
                <a:ea typeface="Calibri"/>
                <a:cs typeface="Calibri"/>
                <a:sym typeface="Calibri"/>
              </a:rPr>
              <a:t>These stay frozen to preserve ImageNet knowledge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11480" y="3611880"/>
            <a:ext cx="4114800" cy="749808"/>
          </a:xfrm>
          <a:prstGeom prst="rect">
            <a:avLst/>
          </a:prstGeom>
          <a:solidFill>
            <a:srgbClr val="1B2A4A"/>
          </a:solidFill>
          <a:ln cap="flat" cmpd="sng" w="254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🔓  UNFROZEN — last 30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548640" y="39319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High-level task-specific features — adapts to traffic sign shapes &amp; symbols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Critical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754880" y="1572768"/>
            <a:ext cx="4114800" cy="74980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4919472" y="1645920"/>
            <a:ext cx="3785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⚠️  Learning Rate = 1e-5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919472" y="1901952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10× smaller than the TL phase (1e-3). A large LR at this stage would catastrophically overwrite pretrained weights with random gradients, destroying performance.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4754880" y="2450592"/>
            <a:ext cx="4114800" cy="74980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4919472" y="2523744"/>
            <a:ext cx="3785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🔍  Load Best TL Checkpoint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919472" y="2779776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tl_model_best.keras is reloaded before fine-tuning begins, ensuring we start from the best-performing weights, not the final epoch.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4754880" y="3328416"/>
            <a:ext cx="4114800" cy="74980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919472" y="3401568"/>
            <a:ext cx="3785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🔎  Locate Layer by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919472" y="3657600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After reload, the EfficientNetB0 sub-model is found by iterating tl_model.layers and matching "efficientnetb0" in the name — direct reference is lost after saving.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754880" y="4206240"/>
            <a:ext cx="4114800" cy="749808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4919472" y="4279392"/>
            <a:ext cx="3785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⏱️  EarlyStopping(patience=7)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919472" y="4535424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More patience than the TL phase because fine-tuning converges more slowly at a low LR. We give it more epochs to find improvements.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Problems Encountered &amp; How They Were Solved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411480" y="1261872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411480" y="1261872"/>
            <a:ext cx="347472" cy="1078992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411480" y="1261872"/>
            <a:ext cx="347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850392" y="133502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⚠  GPU Memory Overflow at 224×224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850392" y="1645920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 Reduced batch size from 32 → 16 and used shuffle(500) instead of shuffle(1000) for TL/fine-tuning. Smaller buffer = lower peak memory during loading.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11480" y="2505456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411480" y="2505456"/>
            <a:ext cx="347472" cy="1078992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411480" y="2505456"/>
            <a:ext cx="347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850392" y="257860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⚠  Finding EfficientNetB0 after Reloading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850392" y="2889504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 After loading from .keras, the base model is embedded as a named sub-layer. Used a loop over tl_model.layers matching "efficientnetb0" in layer.name to retrieve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754880" y="1261872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4754880" y="1261872"/>
            <a:ext cx="347472" cy="1078992"/>
          </a:xfrm>
          <a:prstGeom prst="rect">
            <a:avLst/>
          </a:prstGeom>
          <a:solidFill>
            <a:srgbClr val="F1C40F"/>
          </a:solidFill>
          <a:ln cap="flat" cmpd="sng" w="1270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4754880" y="1261872"/>
            <a:ext cx="347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193792" y="133502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⚠  Test Set Not in Folder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5193792" y="1645920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 GTSRB test images are listed in Test.csv — not in class subfolders. Built a manual tf.data pipeline: from_tensor_slices → map(load_image) → batch → prefetch.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4754880" y="2505456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4754880" y="2505456"/>
            <a:ext cx="347472" cy="1078992"/>
          </a:xfrm>
          <a:prstGeom prst="rect">
            <a:avLst/>
          </a:prstGeom>
          <a:solidFill>
            <a:srgbClr val="48CAE4"/>
          </a:solidFill>
          <a:ln cap="flat" cmpd="sng" w="1270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4754880" y="2505456"/>
            <a:ext cx="347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5193792" y="257860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⚠  Preprocessing Mismatch at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5193792" y="2889504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 EfficientNet's preprocess_input must be applied at inference too. Forgot initially — model performance dropped on real images. Fixed by explicitly importing and applying it in app.py.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411480" y="3749040"/>
            <a:ext cx="841248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411480" y="3749040"/>
            <a:ext cx="347472" cy="10789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411480" y="3749040"/>
            <a:ext cx="34747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850392" y="382219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⚠  Slow Epoch Loading Times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850392" y="4133088"/>
            <a:ext cx="7863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✓  Applied .cache().shuffle().prefetch(AUTOTUNE). After epoch 1, all images are stored in RAM. Subsequent epochs load ~5× faster with zero disk I/O.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on GTSRB Test Set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4440"/>
            <a:ext cx="475488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3"/>
          <p:cNvSpPr/>
          <p:nvPr/>
        </p:nvSpPr>
        <p:spPr>
          <a:xfrm>
            <a:off x="5394960" y="1234440"/>
            <a:ext cx="3429000" cy="9601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5559552" y="13075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CNN from Scratch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5559552" y="1581912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~93%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6949440" y="158191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Input: 32×32  ·  Epochs: 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Params: ~1.2M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394960" y="2350008"/>
            <a:ext cx="3429000" cy="9601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5559552" y="2423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5559552" y="2697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~97.5%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6949440" y="26974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Input: 224×224  ·  Epochs: ≤20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Params: ~4M new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5394960" y="3465576"/>
            <a:ext cx="3429000" cy="96012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5559552" y="353872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Fine-Tuned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559552" y="381304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~99%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6949440" y="3813048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Input: 224×224  ·  Epochs: ≤20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Params: top 30 layers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411480" y="4617720"/>
            <a:ext cx="8412480" cy="34747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576072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Key Takeaway: Fine-tuning adds ~1.5% over frozen TL, which adds ~4.5% over the scratch CNN. Transfer learning's biggest gain is on rare classes with few training examples.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Web Application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411480" y="1234440"/>
            <a:ext cx="4389120" cy="3566160"/>
          </a:xfrm>
          <a:prstGeom prst="rect">
            <a:avLst/>
          </a:prstGeom>
          <a:solidFill>
            <a:srgbClr val="0A1520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411480" y="1234440"/>
            <a:ext cx="4389120" cy="3474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548640" y="12618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🚦  German Traffic Sign Classifier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548640" y="1645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Upload a traffic sign image — the model will identify it from 43 possible classes.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48640" y="19202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750"/>
              <a:buFont typeface="Calibri"/>
              <a:buNone/>
            </a:pPr>
            <a:r>
              <a:rPr b="1" i="0" lang="en-GB" sz="75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Model: EfficientNetB0 Fine-Tuned on GTSRB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548640" y="2212848"/>
            <a:ext cx="4114800" cy="50292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"/>
          <p:cNvSpPr/>
          <p:nvPr/>
        </p:nvSpPr>
        <p:spPr>
          <a:xfrm>
            <a:off x="640080" y="22677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📁  Upload a traffic sign image  (jpg, jpeg, png, ppm)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48640" y="2834640"/>
            <a:ext cx="1783080" cy="1645920"/>
          </a:xfrm>
          <a:prstGeom prst="rect">
            <a:avLst/>
          </a:prstGeom>
          <a:solidFill>
            <a:srgbClr val="112233"/>
          </a:solidFill>
          <a:ln cap="flat" cmpd="sng" w="12700">
            <a:solidFill>
              <a:srgbClr val="90A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548640" y="2834640"/>
            <a:ext cx="1783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[Sign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Image]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2468880" y="285292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 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2468880" y="3127248"/>
            <a:ext cx="2103120" cy="320040"/>
          </a:xfrm>
          <a:prstGeom prst="rect">
            <a:avLst/>
          </a:prstGeom>
          <a:solidFill>
            <a:srgbClr val="1A3A1A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2542032" y="3145536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✅  Speed limit (50km/h)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2468880" y="352044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Confidence  98.71%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2468880" y="37947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3 Predictions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2468880" y="40050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50"/>
              <a:buFont typeface="Calibri"/>
              <a:buNone/>
            </a:pPr>
            <a:r>
              <a:rPr b="0" i="0" lang="en-GB" sz="7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1. Speed limit (50) — 98.7%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2468880" y="422452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50"/>
              <a:buFont typeface="Calibri"/>
              <a:buNone/>
            </a:pPr>
            <a:r>
              <a:rPr b="0" i="0" lang="en-GB" sz="7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2. Speed limit (80) — 0.9%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2468880" y="444398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B4"/>
              </a:buClr>
              <a:buSzPts val="750"/>
              <a:buFont typeface="Calibri"/>
              <a:buNone/>
            </a:pPr>
            <a:r>
              <a:rPr b="0" i="0" lang="en-GB" sz="750" u="none" cap="none" strike="noStrike">
                <a:solidFill>
                  <a:srgbClr val="90A4B4"/>
                </a:solidFill>
                <a:latin typeface="Calibri"/>
                <a:ea typeface="Calibri"/>
                <a:cs typeface="Calibri"/>
                <a:sym typeface="Calibri"/>
              </a:rPr>
              <a:t>3. Speed limit (30) — 0.3%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4983480" y="12344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How the App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4983480" y="1572768"/>
            <a:ext cx="3840480" cy="59436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4983480" y="1572768"/>
            <a:ext cx="274320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4983480" y="1572768"/>
            <a:ext cx="274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5349240" y="162763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Loading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5349240" y="185623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@st.cache_resource loads finetuned_model_best.keras once per session — not on every request.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4983480" y="2276856"/>
            <a:ext cx="3840480" cy="59436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4983480" y="2276856"/>
            <a:ext cx="274320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983480" y="2276856"/>
            <a:ext cx="274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349240" y="23317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Image Upload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5349240" y="25603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st.file_uploader accepts jpg/jpeg/png/ppm. PIL converts to RGB regardless of source format.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4983480" y="2980944"/>
            <a:ext cx="3840480" cy="59436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4983480" y="2980944"/>
            <a:ext cx="274320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4983480" y="2980944"/>
            <a:ext cx="274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5349240" y="3035808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5349240" y="326440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Resize to 224×224 → numpy array → expand_dims(axis=0) → efficientnet.preprocess_input(). Same pipeline as training.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4983480" y="3685032"/>
            <a:ext cx="3840480" cy="59436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4983480" y="3685032"/>
            <a:ext cx="274320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4983480" y="3685032"/>
            <a:ext cx="274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5349240" y="3739896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5349240" y="39684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model.predict() returns 43 probabilities. np.argsort[::-1][:3] extracts the top-3 predictions.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4983480" y="4389120"/>
            <a:ext cx="3840480" cy="59436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4983480" y="4389120"/>
            <a:ext cx="274320" cy="594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4983480" y="4389120"/>
            <a:ext cx="274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5349240" y="444398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5349240" y="467258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Top result shown with confidence metric. Top-3 shown as st.progress bars with class names from SIGN_NAMES dict.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2811800"/>
            <a:ext cx="1783075" cy="16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&amp; Tools Used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411480" y="126187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548640" y="13533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🧠  TensorFlow / Keras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548640" y="168249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Model building, training, saving, evaluation. Sequential &amp; Functional API.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3291840" y="126187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3429000" y="13533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⚡  EfficientNetB0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3429000" y="168249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Pretrained ImageNet backbone for transfer learning and fine-tuning.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6172200" y="126187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6309360" y="13533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🌐  Streamlit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6309360" y="168249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Turns the trained model into a deployable interactive web app with no front-end code.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411480" y="249631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548640" y="25877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🐍  Python / NumPy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548640" y="291693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Array manipulation, image preprocessing, argmax for predictions.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3291840" y="249631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3429000" y="25877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🖼️  Pillow (PIL)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3429000" y="291693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Image loading and RGB conversion in the Streamlit app.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6172200" y="249631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6309360" y="25877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📊  Matplotlib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6309360" y="291693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Plotting training/validation accuracy and loss curves across epochs.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411480" y="373075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548640" y="38221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🐼  Pandas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548640" y="415137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Reading Test.csv to extract test image paths and ground-truth labels.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3291840" y="373075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5"/>
          <p:cNvSpPr/>
          <p:nvPr/>
        </p:nvSpPr>
        <p:spPr>
          <a:xfrm>
            <a:off x="3429000" y="38221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☁️  Google Colab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3429000" y="415137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GPU-accelerated training environment with Kaggle API integration.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6172200" y="3730752"/>
            <a:ext cx="2651760" cy="1005840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"/>
          <p:cNvSpPr/>
          <p:nvPr/>
        </p:nvSpPr>
        <p:spPr>
          <a:xfrm>
            <a:off x="6309360" y="382219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📦  Kaggle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6309360" y="415137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Programmatic dataset download directly into Colab without manual upload.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6"/>
          <p:cNvSpPr/>
          <p:nvPr/>
        </p:nvSpPr>
        <p:spPr>
          <a:xfrm>
            <a:off x="411480" y="274320"/>
            <a:ext cx="2194560" cy="27432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411480" y="2743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Learnings &amp;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411480" y="1261872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576072" y="1353312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📈  Transfer Learning &gt; Scratch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576072" y="1673352"/>
            <a:ext cx="37856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Starting from ImageNet weights gave ~4.5% better test accuracy with far less training time, especially on underrepresented sign classes.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4754880" y="1261872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4919472" y="1353312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🔧  Fine-Tuning Needs Low LR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4919472" y="1673352"/>
            <a:ext cx="37856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Using 1e-5 (not 1e-3) prevented catastrophic forgetting of pretrained weights while still allowing domain adaptation.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411480" y="2523744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576072" y="2615184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🗃️  Data Pipeline is 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576072" y="2935224"/>
            <a:ext cx="37856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cache + prefetch reduced epoch time significantly. A slow pipeline can bottleneck GPU utilisation more than the model architecture.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4754880" y="2523744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4919472" y="2615184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🔗  Consistency: Train ↔ Inference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4919472" y="2935224"/>
            <a:ext cx="37856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preprocess_input must match training exactly. Even a missing normalisation step causes a distribution shift that silently degrades accuracy.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411480" y="3785616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48CA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576072" y="3877056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CAE4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🚀  From Notebook to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576072" y="4197096"/>
            <a:ext cx="37856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Streamlit bridged the gap between a trained .keras file and a usable product — no web framework, no API, just Python.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4754880" y="3785616"/>
            <a:ext cx="4114800" cy="1078992"/>
          </a:xfrm>
          <a:prstGeom prst="rect">
            <a:avLst/>
          </a:prstGeom>
          <a:solidFill>
            <a:srgbClr val="1B2A4A"/>
          </a:solidFill>
          <a:ln cap="flat" cmpd="sng" w="1905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4919472" y="3877056"/>
            <a:ext cx="3785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🧪  Custom Test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4919472" y="4197096"/>
            <a:ext cx="37856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When test data doesn't match training structure (CSV vs folders), a manual tf.data pipeline is necessary to evaluate fairly.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